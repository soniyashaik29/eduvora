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grandir" panose="020B0604020202020204" charset="0"/>
      <p:regular r:id="rId12"/>
    </p:embeddedFont>
    <p:embeddedFont>
      <p:font typeface="Agrandir Bold" panose="020B0604020202020204" charset="0"/>
      <p:regular r:id="rId13"/>
    </p:embeddedFont>
    <p:embeddedFont>
      <p:font typeface="Agrandir Medium" panose="020B0604020202020204" charset="0"/>
      <p:regular r:id="rId14"/>
    </p:embeddedFont>
    <p:embeddedFont>
      <p:font typeface="Boston Angel" panose="020B0604020202020204" charset="0"/>
      <p:regular r:id="rId15"/>
    </p:embeddedFont>
    <p:embeddedFont>
      <p:font typeface="Boston Angel Bold" panose="020B0604020202020204" charset="0"/>
      <p:regular r:id="rId16"/>
    </p:embeddedFont>
    <p:embeddedFont>
      <p:font typeface="Gill Sans MT" panose="020B060402020202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F93A4F-604C-759B-4A2F-9BC67534318F}" v="97" dt="2025-08-07T04:39:24.095"/>
    <p1510:client id="{980B3499-5AD7-40EB-9758-CE012FF8113E}" v="307" dt="2025-08-07T05:08:48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kmah Shaikh" userId="9f0a8a1a55fb6700" providerId="LiveId" clId="{980B3499-5AD7-40EB-9758-CE012FF8113E}"/>
    <pc:docChg chg="custSel addSld delSld modSld">
      <pc:chgData name="Hikmah Shaikh" userId="9f0a8a1a55fb6700" providerId="LiveId" clId="{980B3499-5AD7-40EB-9758-CE012FF8113E}" dt="2025-08-07T05:08:48.332" v="370" actId="20577"/>
      <pc:docMkLst>
        <pc:docMk/>
      </pc:docMkLst>
      <pc:sldChg chg="modSp mod">
        <pc:chgData name="Hikmah Shaikh" userId="9f0a8a1a55fb6700" providerId="LiveId" clId="{980B3499-5AD7-40EB-9758-CE012FF8113E}" dt="2025-08-07T05:08:34.700" v="354" actId="20577"/>
        <pc:sldMkLst>
          <pc:docMk/>
          <pc:sldMk cId="0" sldId="256"/>
        </pc:sldMkLst>
        <pc:spChg chg="mod">
          <ac:chgData name="Hikmah Shaikh" userId="9f0a8a1a55fb6700" providerId="LiveId" clId="{980B3499-5AD7-40EB-9758-CE012FF8113E}" dt="2025-08-07T05:08:34.700" v="354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Hikmah Shaikh" userId="9f0a8a1a55fb6700" providerId="LiveId" clId="{980B3499-5AD7-40EB-9758-CE012FF8113E}" dt="2025-08-07T04:46:06.033" v="151" actId="20577"/>
        <pc:sldMkLst>
          <pc:docMk/>
          <pc:sldMk cId="0" sldId="257"/>
        </pc:sldMkLst>
        <pc:spChg chg="mod">
          <ac:chgData name="Hikmah Shaikh" userId="9f0a8a1a55fb6700" providerId="LiveId" clId="{980B3499-5AD7-40EB-9758-CE012FF8113E}" dt="2025-08-07T04:46:06.033" v="151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Hikmah Shaikh" userId="9f0a8a1a55fb6700" providerId="LiveId" clId="{980B3499-5AD7-40EB-9758-CE012FF8113E}" dt="2025-08-07T05:08:48.332" v="370" actId="20577"/>
        <pc:sldMkLst>
          <pc:docMk/>
          <pc:sldMk cId="0" sldId="258"/>
        </pc:sldMkLst>
        <pc:spChg chg="mod">
          <ac:chgData name="Hikmah Shaikh" userId="9f0a8a1a55fb6700" providerId="LiveId" clId="{980B3499-5AD7-40EB-9758-CE012FF8113E}" dt="2025-08-07T05:08:48.332" v="370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Hikmah Shaikh" userId="9f0a8a1a55fb6700" providerId="LiveId" clId="{980B3499-5AD7-40EB-9758-CE012FF8113E}" dt="2025-08-07T04:29:47.763" v="69" actId="20577"/>
        <pc:sldMkLst>
          <pc:docMk/>
          <pc:sldMk cId="0" sldId="263"/>
        </pc:sldMkLst>
        <pc:spChg chg="mod">
          <ac:chgData name="Hikmah Shaikh" userId="9f0a8a1a55fb6700" providerId="LiveId" clId="{980B3499-5AD7-40EB-9758-CE012FF8113E}" dt="2025-08-07T04:29:47.763" v="69" actId="20577"/>
          <ac:spMkLst>
            <pc:docMk/>
            <pc:sldMk cId="0" sldId="263"/>
            <ac:spMk id="7" creationId="{00000000-0000-0000-0000-000000000000}"/>
          </ac:spMkLst>
        </pc:spChg>
      </pc:sldChg>
      <pc:sldChg chg="modSp mod">
        <pc:chgData name="Hikmah Shaikh" userId="9f0a8a1a55fb6700" providerId="LiveId" clId="{980B3499-5AD7-40EB-9758-CE012FF8113E}" dt="2025-08-07T04:58:45.671" v="336" actId="20577"/>
        <pc:sldMkLst>
          <pc:docMk/>
          <pc:sldMk cId="0" sldId="264"/>
        </pc:sldMkLst>
        <pc:spChg chg="mod">
          <ac:chgData name="Hikmah Shaikh" userId="9f0a8a1a55fb6700" providerId="LiveId" clId="{980B3499-5AD7-40EB-9758-CE012FF8113E}" dt="2025-08-07T04:58:45.671" v="336" actId="20577"/>
          <ac:spMkLst>
            <pc:docMk/>
            <pc:sldMk cId="0" sldId="264"/>
            <ac:spMk id="2" creationId="{00000000-0000-0000-0000-000000000000}"/>
          </ac:spMkLst>
        </pc:spChg>
      </pc:sldChg>
      <pc:sldChg chg="new del">
        <pc:chgData name="Hikmah Shaikh" userId="9f0a8a1a55fb6700" providerId="LiveId" clId="{980B3499-5AD7-40EB-9758-CE012FF8113E}" dt="2025-08-07T04:31:46.414" v="73" actId="47"/>
        <pc:sldMkLst>
          <pc:docMk/>
          <pc:sldMk cId="2747924937" sldId="265"/>
        </pc:sldMkLst>
      </pc:sldChg>
      <pc:sldChg chg="add del setBg">
        <pc:chgData name="Hikmah Shaikh" userId="9f0a8a1a55fb6700" providerId="LiveId" clId="{980B3499-5AD7-40EB-9758-CE012FF8113E}" dt="2025-08-07T04:30:15.271" v="72" actId="47"/>
        <pc:sldMkLst>
          <pc:docMk/>
          <pc:sldMk cId="1339039562" sldId="266"/>
        </pc:sldMkLst>
      </pc:sldChg>
    </pc:docChg>
  </pc:docChgLst>
  <pc:docChgLst>
    <pc:chgData name="Guest User" providerId="Windows Live" clId="Web-{75F93A4F-604C-759B-4A2F-9BC67534318F}"/>
    <pc:docChg chg="modSld">
      <pc:chgData name="Guest User" userId="" providerId="Windows Live" clId="Web-{75F93A4F-604C-759B-4A2F-9BC67534318F}" dt="2025-08-07T04:39:24.095" v="51" actId="20577"/>
      <pc:docMkLst>
        <pc:docMk/>
      </pc:docMkLst>
      <pc:sldChg chg="modSp">
        <pc:chgData name="Guest User" userId="" providerId="Windows Live" clId="Web-{75F93A4F-604C-759B-4A2F-9BC67534318F}" dt="2025-08-07T04:39:24.095" v="51" actId="20577"/>
        <pc:sldMkLst>
          <pc:docMk/>
          <pc:sldMk cId="0" sldId="257"/>
        </pc:sldMkLst>
        <pc:spChg chg="mod">
          <ac:chgData name="Guest User" userId="" providerId="Windows Live" clId="Web-{75F93A4F-604C-759B-4A2F-9BC67534318F}" dt="2025-08-07T04:39:24.095" v="51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">
        <pc:chgData name="Guest User" userId="" providerId="Windows Live" clId="Web-{75F93A4F-604C-759B-4A2F-9BC67534318F}" dt="2025-08-07T04:39:14.641" v="48" actId="20577"/>
        <pc:sldMkLst>
          <pc:docMk/>
          <pc:sldMk cId="0" sldId="258"/>
        </pc:sldMkLst>
        <pc:spChg chg="mod">
          <ac:chgData name="Guest User" userId="" providerId="Windows Live" clId="Web-{75F93A4F-604C-759B-4A2F-9BC67534318F}" dt="2025-08-07T04:39:14.641" v="48" actId="20577"/>
          <ac:spMkLst>
            <pc:docMk/>
            <pc:sldMk cId="0" sldId="258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656ED-9C43-4677-95E3-2BFE2809FA6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BC70F-8029-41C4-974A-E2760B5969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1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BC70F-8029-41C4-974A-E2760B5969F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469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2400300" y="3580116"/>
            <a:ext cx="13487400" cy="246888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57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2791" y="6528816"/>
            <a:ext cx="10202418" cy="185984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12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8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2400300" y="3580116"/>
            <a:ext cx="13487400" cy="246888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57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2791" y="6528698"/>
            <a:ext cx="10202418" cy="1897623"/>
          </a:xfrm>
        </p:spPr>
        <p:txBody>
          <a:bodyPr anchor="t" anchorCtr="1">
            <a:norm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40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72868" y="3957066"/>
            <a:ext cx="6407657" cy="4652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7473" y="3957066"/>
            <a:ext cx="6405371" cy="4652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2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154" y="3470150"/>
            <a:ext cx="6405372" cy="1056131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850" b="0" cap="all" spc="15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85800" indent="0">
              <a:buNone/>
              <a:defRPr sz="285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75154" y="4714875"/>
            <a:ext cx="6405372" cy="38951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507474" y="4714875"/>
            <a:ext cx="6380226" cy="3895164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07474" y="3470150"/>
            <a:ext cx="6405372" cy="1056131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850" b="0" cap="all" spc="15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85800" indent="0">
              <a:buNone/>
              <a:defRPr sz="285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0490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0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2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7008" y="3365743"/>
            <a:ext cx="6729984" cy="1712246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33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4120" y="1207008"/>
            <a:ext cx="7223760" cy="7872984"/>
          </a:xfrm>
        </p:spPr>
        <p:txBody>
          <a:bodyPr>
            <a:normAutofit/>
          </a:bodyPr>
          <a:lstStyle>
            <a:lvl1pPr>
              <a:defRPr sz="285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3352" y="5324877"/>
            <a:ext cx="5692140" cy="3291054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207009" y="9354312"/>
            <a:ext cx="7687196" cy="48006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9143999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12785" y="3365742"/>
            <a:ext cx="6742497" cy="170196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33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3999" y="0"/>
            <a:ext cx="9153146" cy="10287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48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3352" y="5324878"/>
            <a:ext cx="5692140" cy="329105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207009" y="9354312"/>
            <a:ext cx="7687196" cy="48006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3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3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79668" y="1405890"/>
            <a:ext cx="1947912" cy="74752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46705" y="1405890"/>
            <a:ext cx="9297734" cy="74752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3346704" y="1447038"/>
            <a:ext cx="11594592" cy="178308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6704" y="3957067"/>
            <a:ext cx="11594592" cy="465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32144" y="9358224"/>
            <a:ext cx="4130619" cy="485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1" y="9354312"/>
            <a:ext cx="8851784" cy="480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38383" y="9326880"/>
            <a:ext cx="548640" cy="54864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650" spc="0" baseline="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2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1371600" rtl="0" eaLnBrk="1" latinLnBrk="0" hangingPunct="1">
        <a:lnSpc>
          <a:spcPct val="90000"/>
        </a:lnSpc>
        <a:spcBef>
          <a:spcPct val="0"/>
        </a:spcBef>
        <a:buNone/>
        <a:defRPr sz="4200" kern="1200" cap="all" spc="3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0287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716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7145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969295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647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2486025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24163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4.sv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15003" y="2825717"/>
            <a:ext cx="11257995" cy="279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14"/>
              </a:lnSpc>
            </a:pPr>
            <a:r>
              <a:rPr lang="en-US" sz="19478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EDUVORA</a:t>
            </a:r>
          </a:p>
          <a:p>
            <a:pPr algn="ctr">
              <a:lnSpc>
                <a:spcPts val="3237"/>
              </a:lnSpc>
            </a:pPr>
            <a:r>
              <a:rPr lang="en-US" sz="3481">
                <a:solidFill>
                  <a:srgbClr val="24261D"/>
                </a:solidFill>
                <a:latin typeface="Boston Angel"/>
                <a:ea typeface="Boston Angel"/>
                <a:cs typeface="Boston Angel"/>
                <a:sym typeface="Boston Angel"/>
              </a:rPr>
              <a:t>EMPOWERING STUDENTS THROUGH FINANCIAL SUPPORT</a:t>
            </a:r>
          </a:p>
        </p:txBody>
      </p:sp>
      <p:sp>
        <p:nvSpPr>
          <p:cNvPr id="3" name="Freeform 3"/>
          <p:cNvSpPr/>
          <p:nvPr/>
        </p:nvSpPr>
        <p:spPr>
          <a:xfrm>
            <a:off x="13798535" y="2344132"/>
            <a:ext cx="8978930" cy="10266968"/>
          </a:xfrm>
          <a:custGeom>
            <a:avLst/>
            <a:gdLst/>
            <a:ahLst/>
            <a:cxnLst/>
            <a:rect l="l" t="t" r="r" b="b"/>
            <a:pathLst>
              <a:path w="8978930" h="10266968">
                <a:moveTo>
                  <a:pt x="0" y="0"/>
                </a:moveTo>
                <a:lnTo>
                  <a:pt x="8978930" y="0"/>
                </a:lnTo>
                <a:lnTo>
                  <a:pt x="8978930" y="10266968"/>
                </a:lnTo>
                <a:lnTo>
                  <a:pt x="0" y="10266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79566" y="0"/>
            <a:ext cx="8298050" cy="3470094"/>
          </a:xfrm>
          <a:custGeom>
            <a:avLst/>
            <a:gdLst/>
            <a:ahLst/>
            <a:cxnLst/>
            <a:rect l="l" t="t" r="r" b="b"/>
            <a:pathLst>
              <a:path w="8298050" h="3470094">
                <a:moveTo>
                  <a:pt x="0" y="0"/>
                </a:moveTo>
                <a:lnTo>
                  <a:pt x="8298050" y="0"/>
                </a:lnTo>
                <a:lnTo>
                  <a:pt x="8298050" y="3470094"/>
                </a:lnTo>
                <a:lnTo>
                  <a:pt x="0" y="34700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435471" y="7944538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5"/>
                </a:lnTo>
                <a:lnTo>
                  <a:pt x="0" y="15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-1029439" y="7198684"/>
            <a:ext cx="4117755" cy="2058877"/>
          </a:xfrm>
          <a:custGeom>
            <a:avLst/>
            <a:gdLst/>
            <a:ahLst/>
            <a:cxnLst/>
            <a:rect l="l" t="t" r="r" b="b"/>
            <a:pathLst>
              <a:path w="4117755" h="2058877">
                <a:moveTo>
                  <a:pt x="0" y="0"/>
                </a:moveTo>
                <a:lnTo>
                  <a:pt x="4117755" y="0"/>
                </a:lnTo>
                <a:lnTo>
                  <a:pt x="4117755" y="2058877"/>
                </a:lnTo>
                <a:lnTo>
                  <a:pt x="0" y="2058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032609" y="1268020"/>
            <a:ext cx="3267256" cy="3333935"/>
          </a:xfrm>
          <a:custGeom>
            <a:avLst/>
            <a:gdLst/>
            <a:ahLst/>
            <a:cxnLst/>
            <a:rect l="l" t="t" r="r" b="b"/>
            <a:pathLst>
              <a:path w="3267256" h="3333935">
                <a:moveTo>
                  <a:pt x="0" y="0"/>
                </a:moveTo>
                <a:lnTo>
                  <a:pt x="3267256" y="0"/>
                </a:lnTo>
                <a:lnTo>
                  <a:pt x="3267256" y="3333935"/>
                </a:lnTo>
                <a:lnTo>
                  <a:pt x="0" y="3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52952"/>
            <a:ext cx="2525151" cy="3784287"/>
          </a:xfrm>
          <a:custGeom>
            <a:avLst/>
            <a:gdLst/>
            <a:ahLst/>
            <a:cxnLst/>
            <a:rect l="l" t="t" r="r" b="b"/>
            <a:pathLst>
              <a:path w="2525151" h="3784287">
                <a:moveTo>
                  <a:pt x="0" y="0"/>
                </a:moveTo>
                <a:lnTo>
                  <a:pt x="2525151" y="0"/>
                </a:lnTo>
                <a:lnTo>
                  <a:pt x="2525151" y="3784287"/>
                </a:lnTo>
                <a:lnTo>
                  <a:pt x="0" y="378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68826" y="2724150"/>
            <a:ext cx="5018049" cy="4114800"/>
          </a:xfrm>
          <a:custGeom>
            <a:avLst/>
            <a:gdLst/>
            <a:ahLst/>
            <a:cxnLst/>
            <a:rect l="l" t="t" r="r" b="b"/>
            <a:pathLst>
              <a:path w="5018049" h="4114800">
                <a:moveTo>
                  <a:pt x="0" y="0"/>
                </a:moveTo>
                <a:lnTo>
                  <a:pt x="5018049" y="0"/>
                </a:lnTo>
                <a:lnTo>
                  <a:pt x="50180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78837" y="2244068"/>
            <a:ext cx="6167187" cy="106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20"/>
              </a:lnSpc>
            </a:pPr>
            <a:r>
              <a:rPr lang="en-US" sz="8000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	Solo Leveling </a:t>
            </a:r>
            <a:endParaRPr lang="en-US" sz="8000">
              <a:solidFill>
                <a:srgbClr val="21575B"/>
              </a:solidFill>
              <a:latin typeface="Boston Angel"/>
              <a:ea typeface="Boston Angel"/>
              <a:cs typeface="Boston Ange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925831" y="4523990"/>
            <a:ext cx="4074259" cy="311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TEJESH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ADARSHA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REDDY KESAVA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ANUPRIYA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SAI HARSHITHA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SONIYA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50505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30350"/>
            <a:ext cx="5285416" cy="2873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Projetct Overview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7046731" y="834124"/>
            <a:ext cx="1594577" cy="3463279"/>
          </a:xfrm>
          <a:custGeom>
            <a:avLst/>
            <a:gdLst/>
            <a:ahLst/>
            <a:cxnLst/>
            <a:rect l="l" t="t" r="r" b="b"/>
            <a:pathLst>
              <a:path w="1594577" h="3463279">
                <a:moveTo>
                  <a:pt x="0" y="0"/>
                </a:moveTo>
                <a:lnTo>
                  <a:pt x="1594577" y="0"/>
                </a:lnTo>
                <a:lnTo>
                  <a:pt x="1594577" y="3463279"/>
                </a:lnTo>
                <a:lnTo>
                  <a:pt x="0" y="3463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75519" y="1768475"/>
            <a:ext cx="5732441" cy="7100997"/>
          </a:xfrm>
          <a:custGeom>
            <a:avLst/>
            <a:gdLst/>
            <a:ahLst/>
            <a:cxnLst/>
            <a:rect l="l" t="t" r="r" b="b"/>
            <a:pathLst>
              <a:path w="5732441" h="7100997">
                <a:moveTo>
                  <a:pt x="0" y="0"/>
                </a:moveTo>
                <a:lnTo>
                  <a:pt x="5732441" y="0"/>
                </a:lnTo>
                <a:lnTo>
                  <a:pt x="5732441" y="7100998"/>
                </a:lnTo>
                <a:lnTo>
                  <a:pt x="0" y="7100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5391150"/>
            <a:ext cx="8546959" cy="173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Eduvora is an innovative app designed to assist students facing financial difficulties in paying for their education and online courses.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50505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4607575"/>
            <a:ext cx="9004427" cy="623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505050"/>
                </a:solidFill>
                <a:latin typeface="Agrandir Bold"/>
                <a:ea typeface="Agrandir Bold"/>
                <a:cs typeface="Agrandir Bold"/>
                <a:sym typeface="Agrandir Bold"/>
              </a:rPr>
              <a:t>Supporting the students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372" y="7129991"/>
            <a:ext cx="8546959" cy="173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50505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Mission Statement:</a:t>
            </a:r>
            <a:r>
              <a:rPr lang="en-US" sz="2400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To provide accessible financial resources and educational opportunities for all students.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50505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65304" y="5561361"/>
            <a:ext cx="4373364" cy="4725639"/>
          </a:xfrm>
          <a:custGeom>
            <a:avLst/>
            <a:gdLst/>
            <a:ahLst/>
            <a:cxnLst/>
            <a:rect l="l" t="t" r="r" b="b"/>
            <a:pathLst>
              <a:path w="4373364" h="4725639">
                <a:moveTo>
                  <a:pt x="0" y="0"/>
                </a:moveTo>
                <a:lnTo>
                  <a:pt x="4373364" y="0"/>
                </a:lnTo>
                <a:lnTo>
                  <a:pt x="4373364" y="4725639"/>
                </a:lnTo>
                <a:lnTo>
                  <a:pt x="0" y="4725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98094" y="730271"/>
            <a:ext cx="601516" cy="926660"/>
          </a:xfrm>
          <a:custGeom>
            <a:avLst/>
            <a:gdLst/>
            <a:ahLst/>
            <a:cxnLst/>
            <a:rect l="l" t="t" r="r" b="b"/>
            <a:pathLst>
              <a:path w="601516" h="926660">
                <a:moveTo>
                  <a:pt x="0" y="0"/>
                </a:moveTo>
                <a:lnTo>
                  <a:pt x="601516" y="0"/>
                </a:lnTo>
                <a:lnTo>
                  <a:pt x="601516" y="926660"/>
                </a:lnTo>
                <a:lnTo>
                  <a:pt x="0" y="926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41173" y="1955360"/>
            <a:ext cx="6056921" cy="5968820"/>
          </a:xfrm>
          <a:custGeom>
            <a:avLst/>
            <a:gdLst/>
            <a:ahLst/>
            <a:cxnLst/>
            <a:rect l="l" t="t" r="r" b="b"/>
            <a:pathLst>
              <a:path w="6056921" h="5968820">
                <a:moveTo>
                  <a:pt x="0" y="0"/>
                </a:moveTo>
                <a:lnTo>
                  <a:pt x="6056921" y="0"/>
                </a:lnTo>
                <a:lnTo>
                  <a:pt x="6056921" y="5968820"/>
                </a:lnTo>
                <a:lnTo>
                  <a:pt x="0" y="5968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711840" y="5368459"/>
            <a:ext cx="601516" cy="926660"/>
          </a:xfrm>
          <a:custGeom>
            <a:avLst/>
            <a:gdLst/>
            <a:ahLst/>
            <a:cxnLst/>
            <a:rect l="l" t="t" r="r" b="b"/>
            <a:pathLst>
              <a:path w="601516" h="926660">
                <a:moveTo>
                  <a:pt x="0" y="0"/>
                </a:moveTo>
                <a:lnTo>
                  <a:pt x="601516" y="0"/>
                </a:lnTo>
                <a:lnTo>
                  <a:pt x="601516" y="926660"/>
                </a:lnTo>
                <a:lnTo>
                  <a:pt x="0" y="926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1726" y="2390619"/>
            <a:ext cx="601516" cy="926660"/>
          </a:xfrm>
          <a:custGeom>
            <a:avLst/>
            <a:gdLst/>
            <a:ahLst/>
            <a:cxnLst/>
            <a:rect l="l" t="t" r="r" b="b"/>
            <a:pathLst>
              <a:path w="601516" h="926660">
                <a:moveTo>
                  <a:pt x="0" y="0"/>
                </a:moveTo>
                <a:lnTo>
                  <a:pt x="601516" y="0"/>
                </a:lnTo>
                <a:lnTo>
                  <a:pt x="601516" y="926660"/>
                </a:lnTo>
                <a:lnTo>
                  <a:pt x="0" y="926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94281" y="3317279"/>
            <a:ext cx="601516" cy="926660"/>
          </a:xfrm>
          <a:custGeom>
            <a:avLst/>
            <a:gdLst/>
            <a:ahLst/>
            <a:cxnLst/>
            <a:rect l="l" t="t" r="r" b="b"/>
            <a:pathLst>
              <a:path w="601516" h="926660">
                <a:moveTo>
                  <a:pt x="0" y="0"/>
                </a:moveTo>
                <a:lnTo>
                  <a:pt x="601516" y="0"/>
                </a:lnTo>
                <a:lnTo>
                  <a:pt x="601516" y="926660"/>
                </a:lnTo>
                <a:lnTo>
                  <a:pt x="0" y="926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95797" y="730271"/>
            <a:ext cx="601516" cy="926660"/>
          </a:xfrm>
          <a:custGeom>
            <a:avLst/>
            <a:gdLst/>
            <a:ahLst/>
            <a:cxnLst/>
            <a:rect l="l" t="t" r="r" b="b"/>
            <a:pathLst>
              <a:path w="601516" h="926660">
                <a:moveTo>
                  <a:pt x="0" y="0"/>
                </a:moveTo>
                <a:lnTo>
                  <a:pt x="601516" y="0"/>
                </a:lnTo>
                <a:lnTo>
                  <a:pt x="601516" y="926660"/>
                </a:lnTo>
                <a:lnTo>
                  <a:pt x="0" y="926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21378" y="424933"/>
            <a:ext cx="601516" cy="926660"/>
          </a:xfrm>
          <a:custGeom>
            <a:avLst/>
            <a:gdLst/>
            <a:ahLst/>
            <a:cxnLst/>
            <a:rect l="l" t="t" r="r" b="b"/>
            <a:pathLst>
              <a:path w="601516" h="926660">
                <a:moveTo>
                  <a:pt x="0" y="0"/>
                </a:moveTo>
                <a:lnTo>
                  <a:pt x="601516" y="0"/>
                </a:lnTo>
                <a:lnTo>
                  <a:pt x="601516" y="926660"/>
                </a:lnTo>
                <a:lnTo>
                  <a:pt x="0" y="926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21378" y="3468569"/>
            <a:ext cx="601516" cy="926660"/>
          </a:xfrm>
          <a:custGeom>
            <a:avLst/>
            <a:gdLst/>
            <a:ahLst/>
            <a:cxnLst/>
            <a:rect l="l" t="t" r="r" b="b"/>
            <a:pathLst>
              <a:path w="601516" h="926660">
                <a:moveTo>
                  <a:pt x="0" y="0"/>
                </a:moveTo>
                <a:lnTo>
                  <a:pt x="601516" y="0"/>
                </a:lnTo>
                <a:lnTo>
                  <a:pt x="601516" y="926660"/>
                </a:lnTo>
                <a:lnTo>
                  <a:pt x="0" y="926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730707" y="2034334"/>
            <a:ext cx="6314179" cy="145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PAIN POINTS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30707" y="3808074"/>
            <a:ext cx="5690778" cy="520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50505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Many students in India and around the world have incredible talent , but they’re unable to access learning resources because of financial problems. Today,quality education often requires money-whether its for online courses, books, or even basic internet access. This creates a big learning gap between rich and poor students.</a:t>
            </a:r>
            <a:endParaRPr lang="en-US" sz="2400">
              <a:solidFill>
                <a:srgbClr val="50505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50505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50505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75295" y="715116"/>
            <a:ext cx="6858855" cy="2868248"/>
          </a:xfrm>
          <a:custGeom>
            <a:avLst/>
            <a:gdLst/>
            <a:ahLst/>
            <a:cxnLst/>
            <a:rect l="l" t="t" r="r" b="b"/>
            <a:pathLst>
              <a:path w="6858855" h="2868248">
                <a:moveTo>
                  <a:pt x="0" y="0"/>
                </a:moveTo>
                <a:lnTo>
                  <a:pt x="6858854" y="0"/>
                </a:lnTo>
                <a:lnTo>
                  <a:pt x="6858854" y="2868248"/>
                </a:lnTo>
                <a:lnTo>
                  <a:pt x="0" y="2868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61651" y="5575361"/>
            <a:ext cx="4409688" cy="4959772"/>
          </a:xfrm>
          <a:custGeom>
            <a:avLst/>
            <a:gdLst/>
            <a:ahLst/>
            <a:cxnLst/>
            <a:rect l="l" t="t" r="r" b="b"/>
            <a:pathLst>
              <a:path w="4409688" h="4959772">
                <a:moveTo>
                  <a:pt x="0" y="0"/>
                </a:moveTo>
                <a:lnTo>
                  <a:pt x="4409688" y="0"/>
                </a:lnTo>
                <a:lnTo>
                  <a:pt x="4409688" y="4959772"/>
                </a:lnTo>
                <a:lnTo>
                  <a:pt x="0" y="4959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52709" y="2908654"/>
            <a:ext cx="4170880" cy="3366416"/>
            <a:chOff x="0" y="0"/>
            <a:chExt cx="646178" cy="5215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6178" cy="521546"/>
            </a:xfrm>
            <a:custGeom>
              <a:avLst/>
              <a:gdLst/>
              <a:ahLst/>
              <a:cxnLst/>
              <a:rect l="l" t="t" r="r" b="b"/>
              <a:pathLst>
                <a:path w="646178" h="521546">
                  <a:moveTo>
                    <a:pt x="0" y="0"/>
                  </a:moveTo>
                  <a:lnTo>
                    <a:pt x="646178" y="0"/>
                  </a:lnTo>
                  <a:lnTo>
                    <a:pt x="646178" y="521546"/>
                  </a:lnTo>
                  <a:lnTo>
                    <a:pt x="0" y="521546"/>
                  </a:lnTo>
                  <a:close/>
                </a:path>
              </a:pathLst>
            </a:custGeom>
            <a:blipFill>
              <a:blip r:embed="rId7"/>
              <a:stretch>
                <a:fillRect t="-4901" b="-4901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2997031" y="464291"/>
            <a:ext cx="8109718" cy="3391337"/>
          </a:xfrm>
          <a:custGeom>
            <a:avLst/>
            <a:gdLst/>
            <a:ahLst/>
            <a:cxnLst/>
            <a:rect l="l" t="t" r="r" b="b"/>
            <a:pathLst>
              <a:path w="8109718" h="3391337">
                <a:moveTo>
                  <a:pt x="0" y="0"/>
                </a:moveTo>
                <a:lnTo>
                  <a:pt x="8109718" y="0"/>
                </a:lnTo>
                <a:lnTo>
                  <a:pt x="8109718" y="3391337"/>
                </a:lnTo>
                <a:lnTo>
                  <a:pt x="0" y="3391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93925" y="214924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266011" y="5372372"/>
            <a:ext cx="6116595" cy="4114800"/>
          </a:xfrm>
          <a:custGeom>
            <a:avLst/>
            <a:gdLst/>
            <a:ahLst/>
            <a:cxnLst/>
            <a:rect l="l" t="t" r="r" b="b"/>
            <a:pathLst>
              <a:path w="6116595" h="4114800">
                <a:moveTo>
                  <a:pt x="0" y="0"/>
                </a:moveTo>
                <a:lnTo>
                  <a:pt x="6116595" y="0"/>
                </a:lnTo>
                <a:lnTo>
                  <a:pt x="61165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048693" y="790575"/>
            <a:ext cx="8190614" cy="145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GAINS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315472"/>
            <a:ext cx="5218899" cy="136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Information on scholarships that will provide by government,companies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689997"/>
            <a:ext cx="5218899" cy="488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505050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Financial Aid Resources: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13616" y="7315472"/>
            <a:ext cx="5545684" cy="92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Access to a variety of free educational resources.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13616" y="6689997"/>
            <a:ext cx="5545684" cy="488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505050"/>
                </a:solidFill>
                <a:latin typeface="Agrandir Bold"/>
                <a:ea typeface="Agrandir Bold"/>
                <a:cs typeface="Agrandir Bold"/>
                <a:sym typeface="Agrandir Bold"/>
              </a:rPr>
              <a:t>Free Online Courses: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54692" y="3741328"/>
            <a:ext cx="5139233" cy="136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A platform for students to connect and provide data for there future plans.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74384" y="2900007"/>
            <a:ext cx="5139233" cy="488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50505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Community Support: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63531" y="2244724"/>
            <a:ext cx="6127061" cy="6505567"/>
          </a:xfrm>
          <a:custGeom>
            <a:avLst/>
            <a:gdLst/>
            <a:ahLst/>
            <a:cxnLst/>
            <a:rect l="l" t="t" r="r" b="b"/>
            <a:pathLst>
              <a:path w="6127061" h="6505567">
                <a:moveTo>
                  <a:pt x="0" y="0"/>
                </a:moveTo>
                <a:lnTo>
                  <a:pt x="6127062" y="0"/>
                </a:lnTo>
                <a:lnTo>
                  <a:pt x="6127062" y="6505568"/>
                </a:lnTo>
                <a:lnTo>
                  <a:pt x="0" y="650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66202" y="1028700"/>
            <a:ext cx="7247641" cy="5073349"/>
          </a:xfrm>
          <a:custGeom>
            <a:avLst/>
            <a:gdLst/>
            <a:ahLst/>
            <a:cxnLst/>
            <a:rect l="l" t="t" r="r" b="b"/>
            <a:pathLst>
              <a:path w="7247641" h="5073349">
                <a:moveTo>
                  <a:pt x="0" y="0"/>
                </a:moveTo>
                <a:lnTo>
                  <a:pt x="7247641" y="0"/>
                </a:lnTo>
                <a:lnTo>
                  <a:pt x="7247641" y="5073349"/>
                </a:lnTo>
                <a:lnTo>
                  <a:pt x="0" y="5073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571164" y="2400300"/>
            <a:ext cx="3987615" cy="4114800"/>
          </a:xfrm>
          <a:custGeom>
            <a:avLst/>
            <a:gdLst/>
            <a:ahLst/>
            <a:cxnLst/>
            <a:rect l="l" t="t" r="r" b="b"/>
            <a:pathLst>
              <a:path w="3987615" h="4114800">
                <a:moveTo>
                  <a:pt x="0" y="0"/>
                </a:moveTo>
                <a:lnTo>
                  <a:pt x="3987615" y="0"/>
                </a:lnTo>
                <a:lnTo>
                  <a:pt x="39876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186757" y="2609850"/>
            <a:ext cx="5238750" cy="4114800"/>
          </a:xfrm>
          <a:custGeom>
            <a:avLst/>
            <a:gdLst/>
            <a:ahLst/>
            <a:cxnLst/>
            <a:rect l="l" t="t" r="r" b="b"/>
            <a:pathLst>
              <a:path w="5238750" h="4114800">
                <a:moveTo>
                  <a:pt x="0" y="0"/>
                </a:moveTo>
                <a:lnTo>
                  <a:pt x="5238750" y="0"/>
                </a:lnTo>
                <a:lnTo>
                  <a:pt x="52387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64971" y="428625"/>
            <a:ext cx="9131219" cy="287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21575B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 HOW IT WORKS</a:t>
            </a:r>
          </a:p>
          <a:p>
            <a:pPr algn="ctr">
              <a:lnSpc>
                <a:spcPts val="11200"/>
              </a:lnSpc>
              <a:spcBef>
                <a:spcPct val="0"/>
              </a:spcBef>
            </a:pPr>
            <a:endParaRPr lang="en-US" sz="8000" b="1">
              <a:solidFill>
                <a:srgbClr val="21575B"/>
              </a:solidFill>
              <a:latin typeface="Boston Angel Bold"/>
              <a:ea typeface="Boston Angel Bold"/>
              <a:cs typeface="Boston Angel Bold"/>
              <a:sym typeface="Boston Angel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029200" y="6610350"/>
            <a:ext cx="7072543" cy="311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ctr">
              <a:lnSpc>
                <a:spcPts val="3499"/>
              </a:lnSpc>
              <a:buAutoNum type="arabicPeriod"/>
            </a:pPr>
            <a:r>
              <a:rPr lang="en-US" sz="2499" b="1">
                <a:solidFill>
                  <a:srgbClr val="50505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Sign Up:</a:t>
            </a: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Students create a profile to access resources.</a:t>
            </a:r>
          </a:p>
          <a:p>
            <a:pPr marL="539749" lvl="1" indent="-269875" algn="ctr">
              <a:lnSpc>
                <a:spcPts val="3499"/>
              </a:lnSpc>
              <a:buAutoNum type="arabicPeriod"/>
            </a:pPr>
            <a:r>
              <a:rPr lang="en-US" sz="2499" b="1">
                <a:solidFill>
                  <a:srgbClr val="50505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Explore Options:</a:t>
            </a: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Browse available financial aid and free courses.</a:t>
            </a:r>
          </a:p>
          <a:p>
            <a:pPr marL="539749" lvl="1" indent="-269875" algn="ctr">
              <a:lnSpc>
                <a:spcPts val="3499"/>
              </a:lnSpc>
              <a:buAutoNum type="arabicPeriod"/>
            </a:pPr>
            <a:r>
              <a:rPr lang="en-US" sz="2499" b="1">
                <a:solidFill>
                  <a:srgbClr val="50505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Apply for Aid:</a:t>
            </a: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 Simple application process for scholarships and grants.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50505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30999" y="3424190"/>
            <a:ext cx="13249761" cy="7100622"/>
          </a:xfrm>
          <a:custGeom>
            <a:avLst/>
            <a:gdLst/>
            <a:ahLst/>
            <a:cxnLst/>
            <a:rect l="l" t="t" r="r" b="b"/>
            <a:pathLst>
              <a:path w="13249761" h="7100622">
                <a:moveTo>
                  <a:pt x="0" y="0"/>
                </a:moveTo>
                <a:lnTo>
                  <a:pt x="13249761" y="0"/>
                </a:lnTo>
                <a:lnTo>
                  <a:pt x="13249761" y="7100622"/>
                </a:lnTo>
                <a:lnTo>
                  <a:pt x="0" y="7100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05449" y="1553656"/>
            <a:ext cx="1193074" cy="1130166"/>
          </a:xfrm>
          <a:custGeom>
            <a:avLst/>
            <a:gdLst/>
            <a:ahLst/>
            <a:cxnLst/>
            <a:rect l="l" t="t" r="r" b="b"/>
            <a:pathLst>
              <a:path w="1193074" h="1130166">
                <a:moveTo>
                  <a:pt x="0" y="0"/>
                </a:moveTo>
                <a:lnTo>
                  <a:pt x="1193074" y="0"/>
                </a:lnTo>
                <a:lnTo>
                  <a:pt x="1193074" y="1130166"/>
                </a:lnTo>
                <a:lnTo>
                  <a:pt x="0" y="1130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52440" y="2624505"/>
            <a:ext cx="7205905" cy="5528895"/>
          </a:xfrm>
          <a:custGeom>
            <a:avLst/>
            <a:gdLst/>
            <a:ahLst/>
            <a:cxnLst/>
            <a:rect l="l" t="t" r="r" b="b"/>
            <a:pathLst>
              <a:path w="7205905" h="5528895">
                <a:moveTo>
                  <a:pt x="0" y="0"/>
                </a:moveTo>
                <a:lnTo>
                  <a:pt x="7205905" y="0"/>
                </a:lnTo>
                <a:lnTo>
                  <a:pt x="7205905" y="5528895"/>
                </a:lnTo>
                <a:lnTo>
                  <a:pt x="0" y="55288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87818" y="1422526"/>
            <a:ext cx="7638158" cy="120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2"/>
              </a:lnSpc>
              <a:spcBef>
                <a:spcPct val="0"/>
              </a:spcBef>
            </a:pPr>
            <a:r>
              <a:rPr lang="en-US" sz="6680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TARGET AUDIENCE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94842" y="3309890"/>
            <a:ext cx="6603681" cy="311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High school students preparing for college.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College students seeking financial assistance.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Adult learners looking to upskill or change careers.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50505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39400" y="417175"/>
            <a:ext cx="4455000" cy="4114800"/>
          </a:xfrm>
          <a:custGeom>
            <a:avLst/>
            <a:gdLst/>
            <a:ahLst/>
            <a:cxnLst/>
            <a:rect l="l" t="t" r="r" b="b"/>
            <a:pathLst>
              <a:path w="4455000" h="4114800">
                <a:moveTo>
                  <a:pt x="0" y="0"/>
                </a:moveTo>
                <a:lnTo>
                  <a:pt x="4455000" y="0"/>
                </a:lnTo>
                <a:lnTo>
                  <a:pt x="4455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208216" y="417175"/>
            <a:ext cx="4455000" cy="4114800"/>
          </a:xfrm>
          <a:custGeom>
            <a:avLst/>
            <a:gdLst/>
            <a:ahLst/>
            <a:cxnLst/>
            <a:rect l="l" t="t" r="r" b="b"/>
            <a:pathLst>
              <a:path w="4455000" h="4114800">
                <a:moveTo>
                  <a:pt x="4455000" y="0"/>
                </a:moveTo>
                <a:lnTo>
                  <a:pt x="0" y="0"/>
                </a:lnTo>
                <a:lnTo>
                  <a:pt x="0" y="4114800"/>
                </a:lnTo>
                <a:lnTo>
                  <a:pt x="4455000" y="4114800"/>
                </a:lnTo>
                <a:lnTo>
                  <a:pt x="4455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39237" y="2364674"/>
            <a:ext cx="4722626" cy="4114800"/>
          </a:xfrm>
          <a:custGeom>
            <a:avLst/>
            <a:gdLst/>
            <a:ahLst/>
            <a:cxnLst/>
            <a:rect l="l" t="t" r="r" b="b"/>
            <a:pathLst>
              <a:path w="4722626" h="4114800">
                <a:moveTo>
                  <a:pt x="0" y="0"/>
                </a:moveTo>
                <a:lnTo>
                  <a:pt x="4722626" y="0"/>
                </a:lnTo>
                <a:lnTo>
                  <a:pt x="4722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2474575"/>
            <a:ext cx="5362891" cy="4114800"/>
          </a:xfrm>
          <a:custGeom>
            <a:avLst/>
            <a:gdLst/>
            <a:ahLst/>
            <a:cxnLst/>
            <a:rect l="l" t="t" r="r" b="b"/>
            <a:pathLst>
              <a:path w="5362891" h="4114800">
                <a:moveTo>
                  <a:pt x="0" y="0"/>
                </a:moveTo>
                <a:lnTo>
                  <a:pt x="5362891" y="0"/>
                </a:lnTo>
                <a:lnTo>
                  <a:pt x="53628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74339" y="550544"/>
            <a:ext cx="5739323" cy="1201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2"/>
              </a:lnSpc>
              <a:spcBef>
                <a:spcPct val="0"/>
              </a:spcBef>
            </a:pPr>
            <a:r>
              <a:rPr lang="en-US" sz="6680">
                <a:solidFill>
                  <a:srgbClr val="21575B"/>
                </a:solidFill>
                <a:latin typeface="Boston Angel"/>
                <a:ea typeface="Boston Angel"/>
                <a:cs typeface="Boston Angel"/>
                <a:sym typeface="Boston Angel"/>
              </a:rPr>
              <a:t>FUTURE PLAN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2158" y="7205477"/>
            <a:ext cx="14723683" cy="297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ctr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50505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Upcoming Features:</a:t>
            </a:r>
          </a:p>
          <a:p>
            <a:pPr marL="1209039" lvl="2" indent="-403013" algn="ctr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Partnerships with educational institutions for exclusive scholarships.</a:t>
            </a:r>
          </a:p>
          <a:p>
            <a:pPr marL="1209039" lvl="2" indent="-403013" algn="ctr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Expansion of free course offerings.</a:t>
            </a:r>
          </a:p>
          <a:p>
            <a:pPr marL="1209039" lvl="2" indent="-403013" algn="ctr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Enhanced community features for peer support.</a:t>
            </a:r>
          </a:p>
          <a:p>
            <a:pPr marL="1209039" lvl="2" indent="-403013" algn="ctr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505050"/>
                </a:solidFill>
                <a:latin typeface="Agrandir"/>
                <a:ea typeface="Agrandir"/>
                <a:cs typeface="Agrandir"/>
                <a:sym typeface="Agrandir"/>
              </a:rPr>
              <a:t>A mentorship program where volunteers can guide students.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50505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560" y="2153265"/>
            <a:ext cx="15338323" cy="5355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580"/>
              </a:lnSpc>
            </a:pPr>
            <a:r>
              <a:rPr lang="en-US" sz="60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Our vision is to build a community where “Learning is not limited by money” , but powered by passion.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Application>Microsoft Office PowerPoint</Application>
  <PresentationFormat>Custom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Classy Elegant Technology Group Project Presentation</dc:title>
  <cp:revision>1</cp:revision>
  <dcterms:created xsi:type="dcterms:W3CDTF">2006-08-16T00:00:00Z</dcterms:created>
  <dcterms:modified xsi:type="dcterms:W3CDTF">2025-08-07T05:09:18Z</dcterms:modified>
  <dc:identifier>DAGvSny6m1U</dc:identifier>
</cp:coreProperties>
</file>